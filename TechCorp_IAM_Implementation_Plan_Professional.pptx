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IAM Platform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320040" y="2148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30175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Scalable Identity &amp; Access Management Roadmap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4297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Prince Ndutimi  |  TechCorp Security Team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Business Alignment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66420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overall cybersecurity posture and reduce attack surface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user access provisioning and de-provisioning workflows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regulatory compliance (GDPR, SOX, ISO 27001)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zero-trust identity framework across all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insider threat risk through least-privilege enforcement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BENEFITS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66420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reduction in unauthorised access and data breach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employee onboarding and offboarding cycles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efficiency through automated provisioning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visibility and audit trail for all access events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supporting future cloud expansion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 &amp; Timeline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2788920"/>
            <a:ext cx="82296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3"/>
          <p:cNvSpPr/>
          <p:nvPr/>
        </p:nvSpPr>
        <p:spPr>
          <a:xfrm>
            <a:off x="320040" y="1005840"/>
            <a:ext cx="1261872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" y="2679192"/>
            <a:ext cx="274320" cy="2743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746504" y="1005840"/>
            <a:ext cx="1261872" cy="1554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746504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46504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40280" y="267919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1655064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005840"/>
            <a:ext cx="1261872" cy="155448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172968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172968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66744" y="267919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0" name="Text 17"/>
          <p:cNvSpPr/>
          <p:nvPr/>
        </p:nvSpPr>
        <p:spPr>
          <a:xfrm>
            <a:off x="3081528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99432" y="1005840"/>
            <a:ext cx="1261872" cy="15544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599432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99432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Cutover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93208" y="267919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4507992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25896" y="1005840"/>
            <a:ext cx="1261872" cy="15544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025896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025896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519672" y="26791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5934456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452360" y="1005840"/>
            <a:ext cx="1261872" cy="15544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452360" y="100584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452360" y="1371600"/>
            <a:ext cx="126187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46136" y="2679192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2"/>
          <p:cNvSpPr/>
          <p:nvPr/>
        </p:nvSpPr>
        <p:spPr>
          <a:xfrm>
            <a:off x="7360920" y="3063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implementation duration: 7 months with ongoing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Planning &amp; Assessment  |  Month 1–2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1206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full inventory of existing systems, users, roles, and access rights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classify all privileged accounts and sensitive resources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IAM policies including RBAC and ABAC frameworks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stakeholder workshops with IT, HR, Compliance, and Business units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gap analysis between current access controls and target IAM state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integration points and legacy system dependencies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1051560"/>
            <a:ext cx="31089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51560"/>
            <a:ext cx="31089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051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55448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Programme Lead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SMEs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 Leads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Design &amp; Architecture  |  Month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64008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98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51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IAM Components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737360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 across all applications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 enforcement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Access Management (PAM)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Control (ABAC)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27832" y="1005840"/>
            <a:ext cx="278892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1005840"/>
            <a:ext cx="2788920" cy="64008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0698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051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Model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737360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+ on-premises architecture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identity across business units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perimeter enforcement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integration for all apps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identity store with sync agents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005840"/>
            <a:ext cx="278892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81344" y="1005840"/>
            <a:ext cx="2788920" cy="640080"/>
          </a:xfrm>
          <a:prstGeom prst="rect">
            <a:avLst/>
          </a:prstGeom>
          <a:solidFill>
            <a:srgbClr val="0F1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698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9984" y="1051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Tools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91072" y="1737360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or Microsoft Azure Active Directory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for identity governance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for privileged access management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and OAuth 2.0 protocols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Federation Services (ADFS)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Challenges &amp; Solutions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0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0" y="1005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8595360" cy="8046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7190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1463040"/>
            <a:ext cx="310896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APIs incompatible with modern IAM protocols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7190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463040"/>
            <a:ext cx="3749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custom connectors and middleware adapters for each legacy system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28432" y="1709928"/>
            <a:ext cx="73152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0"/>
          <p:cNvSpPr/>
          <p:nvPr/>
        </p:nvSpPr>
        <p:spPr>
          <a:xfrm>
            <a:off x="8028432" y="17099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8595360" cy="804672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87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2331720"/>
            <a:ext cx="310896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application compatibility with on-premises identity store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258775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60520" y="2331720"/>
            <a:ext cx="3749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SAML 2.0 and OAuth 2.0 federation protocols as standard integration layer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28432" y="2578608"/>
            <a:ext cx="73152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5"/>
          <p:cNvSpPr/>
          <p:nvPr/>
        </p:nvSpPr>
        <p:spPr>
          <a:xfrm>
            <a:off x="8028432" y="25786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74320" y="3200400"/>
            <a:ext cx="8595360" cy="8046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4564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" y="3200400"/>
            <a:ext cx="310896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across distributed identity repositories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345643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60520" y="3200400"/>
            <a:ext cx="3749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real-time identity sync engines with conflict resolution logic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8028432" y="3447288"/>
            <a:ext cx="73152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0"/>
          <p:cNvSpPr/>
          <p:nvPr/>
        </p:nvSpPr>
        <p:spPr>
          <a:xfrm>
            <a:off x="8028432" y="344728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274320" y="4069080"/>
            <a:ext cx="8595360" cy="804672"/>
          </a:xfrm>
          <a:prstGeom prst="rect">
            <a:avLst/>
          </a:prstGeom>
          <a:solidFill>
            <a:srgbClr val="EEF2F7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325112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080" y="4069080"/>
            <a:ext cx="310896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resistance and productivity disruption during cutover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8768" y="4325112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160520" y="4069080"/>
            <a:ext cx="3749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with parallel operation period and dedicated helpdesk support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8028432" y="4315968"/>
            <a:ext cx="73152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25"/>
          <p:cNvSpPr/>
          <p:nvPr/>
        </p:nvSpPr>
        <p:spPr>
          <a:xfrm>
            <a:off x="8028432" y="43159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Pilot Testing  |  Month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IT department (25 users) as pilot cohort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critical workflows: employee onboarding and offboarding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SSO across the 5 most-used enterprise applications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MFA rollout and user enrolment experience end-to-end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access request, approval, and revocation workflows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PAM controls for privileged account management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defects, edge cases, and user experience issues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320040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1051560"/>
            <a:ext cx="320040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356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across all test workflows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2356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provisioning turnaround 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235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23560" y="3502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authentication success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enrolment completion for pilot users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—  Deployment &amp; Cutover  |  Month 5–6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STRATEGY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92024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7752" y="1508760"/>
            <a:ext cx="1920240" cy="10972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87752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72584" y="1508760"/>
            <a:ext cx="19202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Operations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72584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57416" y="1508760"/>
            <a:ext cx="192024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757416" y="1508760"/>
            <a:ext cx="19202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57416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&amp; CONTINGENCY PLAN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Pre-cutover rollback snapshots maintained for all legacy identity systems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health checks trigger rollback if error rates exceed 5% threshold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cutover war room with IT leads, security team, and executive sponsor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helpdesk support enabled during the first two weeks post-deployment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Change Management  |  Month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Training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55448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video tutorial library covering SSO and MFA enrolment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FAQ portal with searchable knowledge base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Department-specific quick-start guides distributed pre-launch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drop-in sessions during the first two weeks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campaign: phased communications leading up to go-live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83464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55448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environment replicating production IAM platform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and RBAC administration workshops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playbooks for IAM-related security events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and Okta/Azure AD administration certification path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admin refresher sessions post go-live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834640" cy="38404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554480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visible and active throughout programme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IAM champions identified in each business unit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established via surveys after each wave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escalation path defined and communicated clearly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 shared internally to build programme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Continuous Improvement  |  Ongoing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&amp; INTEGRATIONS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for real-time alert correlation and IAM event logging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engine for unusual access patterns and login behaviour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access review scheduler (quarterly for standard users, monthly for privileged)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 analytics (UBA) to detect compromised accounts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session recording and audit logging via PAM platform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with real-time IAM health and compliance metrics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77840" y="1051560"/>
            <a:ext cx="3200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051560"/>
            <a:ext cx="320040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 turnaround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minutes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attempts 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2514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monthly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0" y="2852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accounts detected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3154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0" y="3493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account audit pass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0" y="3794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98%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0" y="41330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adoption rate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4434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users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&amp; Contingency Planning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4592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resistance to new authentication workflows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49240" y="1078992"/>
            <a:ext cx="82296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078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Early, transparent communication. Executive sponsorship visible from Day 1. Phased rollout with feedback channels open throughout.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164592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downtime during cutover weekend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49240" y="2084832"/>
            <a:ext cx="82296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4505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Maintenance window scheduled off-peak. Rollback snapshots pre-tested. War room staffed 24/7 during cutover window.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859536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16459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integration failures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3090672"/>
            <a:ext cx="82296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Custom connectors tested in isolated environment before production. Parallel operation period maintained for 4 weeks post-cutover.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23360"/>
            <a:ext cx="16459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failures across identity stores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49240" y="4096512"/>
            <a:ext cx="82296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4096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46227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Real-time sync validation scripts deployed. Automated alerts trigger on sync lag exceeding 60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solidFill>
            <a:srgbClr val="0F2C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SUMMARY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IAM Implementation Plan delivers a secure, scalable, and compliant identity framework across TechCorp's enterprise systems. The 7-month phased approach minimises operational disruption while achieving full zero-trust identity enforcement, regulatory compliance, and long-term operational efficiency gains.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606040"/>
            <a:ext cx="8412480" cy="2240280"/>
          </a:xfrm>
          <a:prstGeom prst="rect">
            <a:avLst/>
          </a:prstGeom>
          <a:solidFill>
            <a:srgbClr val="0F2C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06324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Secure executive sign-off and formal programme budget approval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Formally assign Phase 1 team leads and confirm resource availability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Schedule kick-off stakeholder workshop within the next 2 weeks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Issue RFP for IAM platform vendor evaluation (Okta vs. Microsoft Azure AD)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Establish programme governance structure and reporting cadence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 |  IAM Implementation Plan  |  Confidential  |  Prepared by Prince Ndutimi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TechCorp IAM Platform Implementation Plan</dc:title>
  <dc:subject>PptxGenJS Presentation</dc:subject>
  <dc:creator>Prince Ndutimi</dc:creator>
  <cp:lastModifiedBy>Prince Ndutimi</cp:lastModifiedBy>
  <cp:revision>1</cp:revision>
  <dcterms:created xsi:type="dcterms:W3CDTF">2026-05-01T20:36:50Z</dcterms:created>
  <dcterms:modified xsi:type="dcterms:W3CDTF">2026-05-01T20:36:50Z</dcterms:modified>
</cp:coreProperties>
</file>